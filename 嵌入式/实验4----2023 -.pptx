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79" r:id="rId5"/>
    <p:sldId id="270" r:id="rId6"/>
    <p:sldId id="258" r:id="rId7"/>
    <p:sldId id="259" r:id="rId8"/>
    <p:sldId id="271" r:id="rId9"/>
    <p:sldId id="275" r:id="rId10"/>
    <p:sldId id="280" r:id="rId11"/>
    <p:sldId id="268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tags" Target="../tags/tag10.xml"/><Relationship Id="rId4" Type="http://schemas.openxmlformats.org/officeDocument/2006/relationships/image" Target="../media/image4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tags" Target="../tags/tag12.xml"/><Relationship Id="rId3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tags" Target="../tags/tag14.xml"/><Relationship Id="rId3" Type="http://schemas.openxmlformats.org/officeDocument/2006/relationships/image" Target="../media/image8.png"/><Relationship Id="rId2" Type="http://schemas.openxmlformats.org/officeDocument/2006/relationships/tags" Target="../tags/tag13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764547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实验四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嵌入式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小游戏</a:t>
            </a:r>
            <a:endParaRPr lang="en-US" altLang="zh-CN" sz="4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3200" dirty="0">
                <a:latin typeface="+mn-ea"/>
              </a:rPr>
              <a:t>2023.03..24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实验四  嵌入式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521" y="1787992"/>
            <a:ext cx="882059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</a:t>
            </a:r>
            <a:r>
              <a:rPr lang="zh-CN" altLang="en-US" sz="3200" dirty="0">
                <a:latin typeface="+mn-ea"/>
              </a:rPr>
              <a:t>目的：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1. 了解嵌入式系统下的图形化编程，在 ui 交互环境下完成小游戏开发。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2. 熟悉 qt 的基本框架，和简单控件的使用。通过游戏逻辑锻炼逻辑思维能力。</a:t>
            </a:r>
            <a:endParaRPr lang="en-US" altLang="zh-CN" sz="20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696" y="1092032"/>
            <a:ext cx="882059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实验内容：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1. 根据注释和代码阅读把空缺的逻辑控制代码补全，并在服务器上编译产生可执行文件。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2. 把可执行文件放至 u 盘挂载至嵌入式设备，并将game 文件夹(</a:t>
            </a:r>
            <a:r>
              <a:rPr lang="zh-CN" altLang="en-US" sz="2000" dirty="0">
                <a:latin typeface="+mn-ea"/>
              </a:rPr>
              <a:t>内含多张</a:t>
            </a:r>
            <a:r>
              <a:rPr lang="en-US" altLang="zh-CN" sz="2000" dirty="0">
                <a:latin typeface="+mn-ea"/>
              </a:rPr>
              <a:t>15*15</a:t>
            </a:r>
            <a:r>
              <a:rPr lang="zh-CN" altLang="en-US" sz="2000" dirty="0">
                <a:latin typeface="+mn-ea"/>
              </a:rPr>
              <a:t>图片</a:t>
            </a:r>
            <a:r>
              <a:rPr lang="en-US" altLang="zh-CN" sz="2000" dirty="0">
                <a:latin typeface="+mn-ea"/>
              </a:rPr>
              <a:t>)复制到可执行文件同目录下(</a:t>
            </a:r>
            <a:r>
              <a:rPr lang="zh-CN" altLang="en-US" sz="2000" dirty="0">
                <a:latin typeface="+mn-ea"/>
              </a:rPr>
              <a:t>或者使用</a:t>
            </a:r>
            <a:r>
              <a:rPr lang="en-US" altLang="zh-CN" sz="2000" dirty="0">
                <a:latin typeface="+mn-ea"/>
              </a:rPr>
              <a:t>FTCP</a:t>
            </a:r>
            <a:r>
              <a:rPr lang="zh-CN" altLang="en-US" sz="2000" dirty="0">
                <a:latin typeface="+mn-ea"/>
              </a:rPr>
              <a:t>下载到嵌入式设备，但是一次只能传输一个文件，需要</a:t>
            </a:r>
            <a:r>
              <a:rPr lang="zh-CN" altLang="en-US" sz="2000" dirty="0">
                <a:latin typeface="+mn-ea"/>
              </a:rPr>
              <a:t>多次下载</a:t>
            </a:r>
            <a:r>
              <a:rPr lang="en-US" altLang="zh-CN" sz="2000" dirty="0">
                <a:latin typeface="+mn-ea"/>
              </a:rPr>
              <a:t>)。通过超级终端运行，并通过第一关验证逻辑正确。若运行失败，重复第一步。</a:t>
            </a:r>
            <a:r>
              <a:rPr lang="en-US" altLang="zh-CN" sz="2000" dirty="0">
                <a:latin typeface="+mn-ea"/>
                <a:sym typeface="+mn-ea"/>
              </a:rPr>
              <a:t>（</a:t>
            </a:r>
            <a:r>
              <a:rPr lang="zh-CN" altLang="en-US" sz="2000" dirty="0">
                <a:latin typeface="+mn-ea"/>
                <a:sym typeface="+mn-ea"/>
              </a:rPr>
              <a:t>验收</a:t>
            </a:r>
            <a:r>
              <a:rPr lang="en-US" altLang="zh-CN" sz="2000" dirty="0">
                <a:latin typeface="+mn-ea"/>
                <a:sym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3. 学生可以自己制作人物和箱子的资源图，只需要将其放置 game 文件夹下替换原来资源，大小为 15*15。（提高要求）。</a:t>
            </a:r>
            <a:endParaRPr lang="en-US" altLang="zh-CN" sz="20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86103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535" y="1146175"/>
            <a:ext cx="8820785" cy="890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实验步骤：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矩形 10"/>
          <p:cNvSpPr/>
          <p:nvPr/>
        </p:nvSpPr>
        <p:spPr>
          <a:xfrm>
            <a:off x="658495" y="211582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63625" y="2406015"/>
            <a:ext cx="2591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</a:t>
            </a:r>
            <a:r>
              <a:rPr lang="en-US" altLang="zh-CN"/>
              <a:t>qt</a:t>
            </a:r>
            <a:r>
              <a:rPr lang="zh-CN" altLang="en-US"/>
              <a:t>软件</a:t>
            </a:r>
            <a:endParaRPr lang="en-US" altLang="zh-CN"/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4074160" y="2116455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根据逻辑补全代码并调试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在qt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软件上根据逻辑补全代码并调试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5625" y="5448300"/>
            <a:ext cx="838898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C00000"/>
                </a:solidFill>
                <a:sym typeface="+mn-ea"/>
              </a:rPr>
              <a:t>注：安装调试和编译方法可参考文件</a:t>
            </a:r>
            <a:r>
              <a:rPr lang="en-US" altLang="zh-CN" sz="2400">
                <a:solidFill>
                  <a:srgbClr val="C00000"/>
                </a:solidFill>
                <a:sym typeface="+mn-ea"/>
              </a:rPr>
              <a:t>”qt</a:t>
            </a:r>
            <a:r>
              <a:rPr lang="zh-CN" altLang="en-US" sz="2400">
                <a:solidFill>
                  <a:srgbClr val="C00000"/>
                </a:solidFill>
                <a:sym typeface="+mn-ea"/>
              </a:rPr>
              <a:t>相关实验的一些建议</a:t>
            </a:r>
            <a:r>
              <a:rPr lang="en-US" altLang="zh-CN" sz="2400">
                <a:solidFill>
                  <a:srgbClr val="C00000"/>
                </a:solidFill>
                <a:sym typeface="+mn-ea"/>
              </a:rPr>
              <a:t>.docx”</a:t>
            </a:r>
            <a:endParaRPr lang="en-US" altLang="zh-CN" sz="2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7489825" y="211582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将代码传送到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ubuntu上编译，产生可执行文件</a:t>
            </a:r>
            <a:endParaRPr lang="en-US" altLang="zh-CN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7489825" y="381889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根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将可执行文件和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game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文件夹载入嵌入式设备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运行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3512820" y="2638425"/>
            <a:ext cx="252730" cy="8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6"/>
            </p:custDataLst>
          </p:nvPr>
        </p:nvCxnSpPr>
        <p:spPr>
          <a:xfrm>
            <a:off x="7054850" y="2629535"/>
            <a:ext cx="252730" cy="8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7"/>
            </p:custDataLst>
          </p:nvPr>
        </p:nvCxnSpPr>
        <p:spPr>
          <a:xfrm flipH="1">
            <a:off x="8844280" y="3313430"/>
            <a:ext cx="10160" cy="2559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24437" y="1146292"/>
            <a:ext cx="88205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代码</a:t>
            </a:r>
            <a:r>
              <a:rPr lang="zh-CN" altLang="en-US" sz="3200" dirty="0">
                <a:latin typeface="+mn-ea"/>
              </a:rPr>
              <a:t>组成：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4535" y="2088515"/>
            <a:ext cx="434403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1. 工程组成介绍：</a:t>
            </a:r>
            <a:endParaRPr lang="zh-CN" altLang="en-US" sz="2400"/>
          </a:p>
          <a:p>
            <a:r>
              <a:rPr lang="zh-CN" altLang="en-US" sz="2000"/>
              <a:t>Mainwindow.c, Mainwindow.h: 工程的主界面，主逻辑类。</a:t>
            </a:r>
            <a:r>
              <a:rPr lang="zh-CN" altLang="en-US" sz="2000">
                <a:solidFill>
                  <a:srgbClr val="FF0000"/>
                </a:solidFill>
              </a:rPr>
              <a:t>学生需要完成的任务是补充该类中缺失的部分。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Mainpaint.c,mainpaint.h：游戏界面的绘制类，为了简化实验内容，该部分是已经封装好的，只需要在主类中调用即可，不许修改。</a:t>
            </a:r>
            <a:endParaRPr lang="zh-CN" altLang="en-US" sz="2000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68570" y="1621155"/>
            <a:ext cx="6886575" cy="4611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24535" y="1393190"/>
            <a:ext cx="434403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2</a:t>
            </a:r>
            <a:r>
              <a:rPr lang="zh-CN" altLang="en-US" sz="2400"/>
              <a:t>. </a:t>
            </a:r>
            <a:r>
              <a:rPr lang="zh-CN" altLang="en-US" sz="2400"/>
              <a:t>函数介绍：</a:t>
            </a:r>
            <a:endParaRPr lang="zh-CN" altLang="en-US" sz="2400"/>
          </a:p>
          <a:p>
            <a:endParaRPr lang="zh-CN" altLang="en-US" sz="200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554" r="780"/>
          <a:stretch>
            <a:fillRect/>
          </a:stretch>
        </p:blipFill>
        <p:spPr>
          <a:xfrm>
            <a:off x="724535" y="1861820"/>
            <a:ext cx="4874260" cy="49822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34150" y="13931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. 控制</a:t>
            </a:r>
            <a:r>
              <a:rPr lang="zh-CN" altLang="en-US" sz="2400">
                <a:sym typeface="+mn-ea"/>
              </a:rPr>
              <a:t>判断：</a:t>
            </a:r>
            <a:endParaRPr lang="zh-CN" altLang="en-US" sz="240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2527" r="1002"/>
          <a:stretch>
            <a:fillRect/>
          </a:stretch>
        </p:blipFill>
        <p:spPr>
          <a:xfrm>
            <a:off x="6075680" y="2164080"/>
            <a:ext cx="5582920" cy="2449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6844" y="1344832"/>
            <a:ext cx="7170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运行界面：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9450" y="2231390"/>
            <a:ext cx="4179570" cy="39738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96890" y="2198370"/>
            <a:ext cx="5391785" cy="400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实验四  嵌入式小游戏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339215"/>
            <a:ext cx="9536430" cy="3130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注意事项：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1.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ubuntu</a:t>
            </a:r>
            <a:r>
              <a:rPr lang="zh-CN" altLang="en-US" sz="2000" dirty="0">
                <a:latin typeface="+mn-ea"/>
              </a:rPr>
              <a:t>上对</a:t>
            </a:r>
            <a:r>
              <a:rPr lang="en-US" altLang="zh-CN" sz="2000" dirty="0">
                <a:latin typeface="+mn-ea"/>
              </a:rPr>
              <a:t>qt</a:t>
            </a:r>
            <a:r>
              <a:rPr lang="zh-CN" altLang="en-US" sz="2000" dirty="0">
                <a:latin typeface="+mn-ea"/>
              </a:rPr>
              <a:t>文件进行编译时注意</a:t>
            </a:r>
            <a:r>
              <a:rPr lang="en-US" altLang="zh-CN" sz="2000" dirty="0">
                <a:latin typeface="+mn-ea"/>
              </a:rPr>
              <a:t>qt</a:t>
            </a:r>
            <a:r>
              <a:rPr lang="zh-CN" altLang="en-US" sz="2000" dirty="0">
                <a:latin typeface="+mn-ea"/>
              </a:rPr>
              <a:t>的版本，</a:t>
            </a:r>
            <a:r>
              <a:rPr lang="en-US" altLang="zh-CN" sz="2000" dirty="0">
                <a:latin typeface="+mn-ea"/>
              </a:rPr>
              <a:t>qt5</a:t>
            </a:r>
            <a:r>
              <a:rPr lang="zh-CN" altLang="en-US" sz="2000" dirty="0">
                <a:latin typeface="+mn-ea"/>
              </a:rPr>
              <a:t>以上版本编译可能报错，需要使用</a:t>
            </a:r>
            <a:r>
              <a:rPr lang="en-US" altLang="zh-CN" sz="2000" dirty="0">
                <a:latin typeface="+mn-ea"/>
              </a:rPr>
              <a:t>qt4</a:t>
            </a:r>
            <a:r>
              <a:rPr lang="zh-CN" altLang="en-US" sz="2000" dirty="0">
                <a:latin typeface="+mn-ea"/>
              </a:rPr>
              <a:t>版本，切换方法自行上网</a:t>
            </a:r>
            <a:r>
              <a:rPr lang="zh-CN" altLang="en-US" sz="2000" dirty="0">
                <a:latin typeface="+mn-ea"/>
              </a:rPr>
              <a:t>查询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2.</a:t>
            </a:r>
            <a:r>
              <a:rPr lang="zh-CN" altLang="en-US" sz="2000" dirty="0">
                <a:latin typeface="+mn-ea"/>
              </a:rPr>
              <a:t>下载到嵌入式设备上的文件除了编译的可执行文件外，还需要将整个</a:t>
            </a:r>
            <a:r>
              <a:rPr lang="en-US" altLang="zh-CN" sz="2000" dirty="0">
                <a:latin typeface="+mn-ea"/>
              </a:rPr>
              <a:t>game</a:t>
            </a:r>
            <a:r>
              <a:rPr lang="zh-CN" altLang="en-US" sz="2000" dirty="0">
                <a:latin typeface="+mn-ea"/>
              </a:rPr>
              <a:t>文件夹下载进去</a:t>
            </a:r>
            <a:r>
              <a:rPr lang="en-US" altLang="zh-CN" sz="2000" dirty="0">
                <a:latin typeface="+mn-ea"/>
              </a:rPr>
              <a:t>(game</a:t>
            </a:r>
            <a:r>
              <a:rPr lang="zh-CN" altLang="en-US" sz="2000" dirty="0">
                <a:latin typeface="+mn-ea"/>
              </a:rPr>
              <a:t>文件夹中存放着多张图片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，且可执行文件和</a:t>
            </a:r>
            <a:r>
              <a:rPr lang="en-US" altLang="zh-CN" sz="2000" dirty="0">
                <a:latin typeface="+mn-ea"/>
              </a:rPr>
              <a:t>game</a:t>
            </a:r>
            <a:r>
              <a:rPr lang="zh-CN" altLang="en-US" sz="2000" dirty="0">
                <a:latin typeface="+mn-ea"/>
              </a:rPr>
              <a:t>文件夹</a:t>
            </a:r>
            <a:r>
              <a:rPr lang="zh-CN" altLang="en-US" sz="2000" dirty="0">
                <a:latin typeface="+mn-ea"/>
              </a:rPr>
              <a:t>需在同一</a:t>
            </a:r>
            <a:r>
              <a:rPr lang="zh-CN" altLang="en-US" sz="2000" dirty="0">
                <a:latin typeface="+mn-ea"/>
              </a:rPr>
              <a:t>目录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3130" y="2849880"/>
            <a:ext cx="4705985" cy="26663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88050" y="2849880"/>
            <a:ext cx="4208780" cy="2820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610673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Thanks</a:t>
            </a:r>
            <a:endParaRPr lang="en-US" altLang="zh-CN" sz="48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/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2400" dirty="0">
                <a:latin typeface="+mn-ea"/>
              </a:rPr>
              <a:t>2023.03.24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PP_MARK_KEY" val="76ac0f91-362c-45fb-b0bb-ebf46fb0698a"/>
  <p:tag name="COMMONDATA" val="eyJoZGlkIjoiNTcwOTc3MzM4NmU2MmYyNWJkNWMzMTY2MjhlOGQ4N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演示</Application>
  <PresentationFormat>宽屏</PresentationFormat>
  <Paragraphs>83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华光楷体_CNKI</vt:lpstr>
      <vt:lpstr>华文仿宋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HN Z</dc:creator>
  <cp:lastModifiedBy>弹星者</cp:lastModifiedBy>
  <cp:revision>28</cp:revision>
  <dcterms:created xsi:type="dcterms:W3CDTF">2021-03-16T13:53:00Z</dcterms:created>
  <dcterms:modified xsi:type="dcterms:W3CDTF">2023-03-24T06:31:55Z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2DA37C823FE5492C9E7FF155BEA05565</vt:lpwstr>
  </property>
  <property fmtid="{D5CDD505-2E9C-101B-9397-08002B2CF9AE}" pid="3" name="KSOProductBuildVer">
    <vt:lpwstr>2052-11.1.0.13703</vt:lpwstr>
  </property>
</Properties>
</file>