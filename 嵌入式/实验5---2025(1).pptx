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70" r:id="rId4"/>
    <p:sldId id="260" r:id="rId5"/>
    <p:sldId id="282" r:id="rId6"/>
    <p:sldId id="261" r:id="rId7"/>
    <p:sldId id="283" r:id="rId8"/>
    <p:sldId id="267" r:id="rId9"/>
    <p:sldId id="266" r:id="rId10"/>
    <p:sldId id="269" r:id="rId11"/>
    <p:sldId id="273" r:id="rId12"/>
    <p:sldId id="284" r:id="rId13"/>
    <p:sldId id="285" r:id="rId14"/>
    <p:sldId id="286" r:id="rId15"/>
    <p:sldId id="271" r:id="rId16"/>
    <p:sldId id="272" r:id="rId17"/>
    <p:sldId id="287" r:id="rId18"/>
    <p:sldId id="281" r:id="rId19"/>
    <p:sldId id="288" r:id="rId20"/>
    <p:sldId id="280" r:id="rId21"/>
    <p:sldId id="259" r:id="rId22"/>
    <p:sldId id="276" r:id="rId23"/>
    <p:sldId id="277" r:id="rId24"/>
    <p:sldId id="278" r:id="rId25"/>
    <p:sldId id="279" r:id="rId26"/>
    <p:sldId id="274" r:id="rId27"/>
    <p:sldId id="275" r:id="rId28"/>
    <p:sldId id="268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3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嵌入式系统及课程设计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83141" y="2834301"/>
            <a:ext cx="7645476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实验五</a:t>
            </a:r>
            <a:r>
              <a:rPr lang="en-US" altLang="zh-CN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</a:t>
            </a:r>
            <a:r>
              <a:rPr lang="zh-CN" altLang="en-US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电子相册</a:t>
            </a:r>
            <a:endParaRPr lang="en-US" altLang="zh-CN" sz="48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endParaRPr lang="en-US" altLang="zh-CN" sz="4800" dirty="0">
              <a:latin typeface="+mn-ea"/>
            </a:endParaRPr>
          </a:p>
          <a:p>
            <a:pPr algn="ctr"/>
            <a:r>
              <a:rPr lang="en-US" altLang="zh-CN" sz="3200" dirty="0">
                <a:latin typeface="+mn-ea"/>
              </a:rPr>
              <a:t>2025.03.14</a:t>
            </a:r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实验五</a:t>
            </a:r>
            <a:r>
              <a:rPr lang="en-US" altLang="zh-CN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</a:t>
            </a:r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电子相册</a:t>
            </a:r>
            <a:endParaRPr lang="en-US" altLang="zh-CN" sz="4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1696" y="1092032"/>
            <a:ext cx="88205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+mn-ea"/>
              </a:rPr>
              <a:t>实验内容：</a:t>
            </a:r>
            <a:endParaRPr lang="en-US" altLang="zh-CN" sz="32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3200" dirty="0">
              <a:latin typeface="+mn-ea"/>
            </a:endParaRPr>
          </a:p>
          <a:p>
            <a:endParaRPr lang="en-US" altLang="zh-CN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/>
          <a:srcRect t="8394"/>
          <a:stretch>
            <a:fillRect/>
          </a:stretch>
        </p:blipFill>
        <p:spPr>
          <a:xfrm>
            <a:off x="942185" y="2159169"/>
            <a:ext cx="8669103" cy="34383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实验原料详细介绍之摄像头测试程序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用于测试摄像头是否可以正常工作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./camera /dev/video0 640x480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咔的一声，模块震动了一下！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一串信息，录制了</a:t>
            </a:r>
            <a:r>
              <a:rPr lang="en-US" altLang="zh-CN" dirty="0"/>
              <a:t>50</a:t>
            </a:r>
            <a:r>
              <a:rPr lang="zh-CN" altLang="en-US" dirty="0"/>
              <a:t>帧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敲入</a:t>
            </a:r>
            <a:r>
              <a:rPr lang="en-US" altLang="zh-CN" dirty="0"/>
              <a:t>ls –al </a:t>
            </a:r>
            <a:r>
              <a:rPr lang="zh-CN" altLang="en-US" dirty="0"/>
              <a:t>查看当前目录下的文件详细信息，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出现</a:t>
            </a:r>
            <a:r>
              <a:rPr lang="en-US" altLang="zh-CN" dirty="0" err="1"/>
              <a:t>out.yuv</a:t>
            </a:r>
            <a:r>
              <a:rPr lang="zh-CN" altLang="en-US" dirty="0"/>
              <a:t>文件，且大小应为</a:t>
            </a:r>
            <a:r>
              <a:rPr lang="en-US" altLang="zh-CN" dirty="0"/>
              <a:t>30</a:t>
            </a:r>
            <a:r>
              <a:rPr lang="en-US" altLang="zh-CN" b="1" dirty="0">
                <a:solidFill>
                  <a:srgbClr val="FF0000"/>
                </a:solidFill>
              </a:rPr>
              <a:t>MB</a:t>
            </a:r>
            <a:r>
              <a:rPr lang="zh-CN" altLang="en-US" dirty="0"/>
              <a:t>左右，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起码不是</a:t>
            </a:r>
            <a:r>
              <a:rPr lang="en-US" altLang="zh-CN" dirty="0"/>
              <a:t>0</a:t>
            </a:r>
            <a:r>
              <a:rPr lang="zh-CN" altLang="en-US" dirty="0"/>
              <a:t>！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643" y="1418050"/>
            <a:ext cx="3912157" cy="51664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实验原料详细介绍之摄像头模块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在盒子里有！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防呆箭头要对准！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针脚要对准！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接入时断电，防止</a:t>
            </a:r>
            <a:r>
              <a:rPr lang="zh-CN" altLang="en-US" dirty="0"/>
              <a:t>烧毁摄像头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2989" y="1690688"/>
            <a:ext cx="4279800" cy="42376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编辑界面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先安装好</a:t>
            </a:r>
            <a:r>
              <a:rPr lang="en-US" altLang="zh-CN" dirty="0" err="1"/>
              <a:t>QTCreator</a:t>
            </a:r>
            <a:endParaRPr lang="en-US" altLang="zh-CN" dirty="0"/>
          </a:p>
          <a:p>
            <a:r>
              <a:rPr lang="zh-CN" altLang="en-US" dirty="0"/>
              <a:t>用</a:t>
            </a:r>
            <a:r>
              <a:rPr lang="en-US" altLang="zh-CN" dirty="0" err="1"/>
              <a:t>QTCreator</a:t>
            </a:r>
            <a:r>
              <a:rPr lang="zh-CN" altLang="en-US" dirty="0"/>
              <a:t>打开界面文件</a:t>
            </a:r>
            <a:r>
              <a:rPr lang="en-US" altLang="zh-CN" dirty="0" err="1"/>
              <a:t>xxx.ui</a:t>
            </a:r>
            <a:r>
              <a:rPr lang="zh-CN" altLang="en-US" dirty="0"/>
              <a:t>，编辑界面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编辑界面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先安装好</a:t>
            </a:r>
            <a:r>
              <a:rPr lang="en-US" altLang="zh-CN" dirty="0" err="1"/>
              <a:t>QTCreator</a:t>
            </a:r>
            <a:endParaRPr lang="en-US" altLang="zh-CN" dirty="0"/>
          </a:p>
          <a:p>
            <a:r>
              <a:rPr lang="zh-CN" altLang="en-US" dirty="0"/>
              <a:t>用</a:t>
            </a:r>
            <a:r>
              <a:rPr lang="en-US" altLang="zh-CN" dirty="0" err="1"/>
              <a:t>QTCreator</a:t>
            </a:r>
            <a:r>
              <a:rPr lang="zh-CN" altLang="en-US" dirty="0"/>
              <a:t>打开界面文件</a:t>
            </a:r>
            <a:r>
              <a:rPr lang="en-US" altLang="zh-CN" dirty="0" err="1"/>
              <a:t>xxx.ui</a:t>
            </a:r>
            <a:r>
              <a:rPr lang="zh-CN" altLang="en-US" dirty="0"/>
              <a:t>，编辑界面</a:t>
            </a:r>
            <a:endParaRPr lang="en-US" altLang="zh-CN" dirty="0"/>
          </a:p>
          <a:p>
            <a:r>
              <a:rPr lang="zh-CN" altLang="en-US" dirty="0"/>
              <a:t>查看界面元件的参数。有几个关键参数：元件名、元件位置</a:t>
            </a:r>
            <a:endParaRPr lang="en-US" altLang="zh-CN" dirty="0"/>
          </a:p>
          <a:p>
            <a:r>
              <a:rPr lang="zh-CN" altLang="en-US" dirty="0"/>
              <a:t>元件名必须和代码里相同，元件位置必须要屏幕放得下</a:t>
            </a:r>
            <a:endParaRPr lang="en-US" altLang="zh-CN" dirty="0"/>
          </a:p>
          <a:p>
            <a:r>
              <a:rPr lang="zh-CN" altLang="en-US" dirty="0"/>
              <a:t>本实验使用的屏幕分辨率为</a:t>
            </a:r>
            <a:r>
              <a:rPr lang="en-US" altLang="zh-CN" dirty="0"/>
              <a:t>480*272</a:t>
            </a:r>
            <a:r>
              <a:rPr lang="zh-CN" altLang="en-US" dirty="0"/>
              <a:t>（</a:t>
            </a:r>
            <a:r>
              <a:rPr lang="en-US" altLang="zh-CN" dirty="0"/>
              <a:t>w</a:t>
            </a:r>
            <a:r>
              <a:rPr lang="zh-CN" altLang="en-US" dirty="0"/>
              <a:t>*</a:t>
            </a:r>
            <a:r>
              <a:rPr lang="en-US" altLang="zh-CN" dirty="0"/>
              <a:t>h</a:t>
            </a:r>
            <a:r>
              <a:rPr lang="zh-CN" altLang="en-US" dirty="0"/>
              <a:t>），需要缩小界面大小，调整其它元件大小适应屏幕。</a:t>
            </a:r>
            <a:endParaRPr lang="en-US" altLang="zh-CN" dirty="0"/>
          </a:p>
          <a:p>
            <a:r>
              <a:rPr lang="zh-CN" altLang="en-US" dirty="0"/>
              <a:t>顺便把中文修改成英文，中文显示有异常。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编辑界面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先安装好</a:t>
            </a:r>
            <a:r>
              <a:rPr lang="en-US" altLang="zh-CN" dirty="0" err="1"/>
              <a:t>QTCreator</a:t>
            </a:r>
            <a:endParaRPr lang="en-US" altLang="zh-CN" dirty="0"/>
          </a:p>
          <a:p>
            <a:r>
              <a:rPr lang="zh-CN" altLang="en-US" dirty="0"/>
              <a:t>用</a:t>
            </a:r>
            <a:r>
              <a:rPr lang="en-US" altLang="zh-CN" dirty="0" err="1"/>
              <a:t>QTCreator</a:t>
            </a:r>
            <a:r>
              <a:rPr lang="zh-CN" altLang="en-US" dirty="0"/>
              <a:t>打开界面文件</a:t>
            </a:r>
            <a:r>
              <a:rPr lang="en-US" altLang="zh-CN" dirty="0" err="1"/>
              <a:t>xxx.ui</a:t>
            </a:r>
            <a:r>
              <a:rPr lang="zh-CN" altLang="en-US" dirty="0"/>
              <a:t>，编辑界面</a:t>
            </a:r>
            <a:endParaRPr lang="en-US" altLang="zh-CN" dirty="0"/>
          </a:p>
          <a:p>
            <a:r>
              <a:rPr lang="zh-CN" altLang="en-US" dirty="0"/>
              <a:t>查看界面元件的参数。有几个关键参数：元件名、元件位置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08762" y="-75762"/>
            <a:ext cx="13009524" cy="700952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934178" y="2954215"/>
            <a:ext cx="2039816" cy="77372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编辑界面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先安装好</a:t>
            </a:r>
            <a:r>
              <a:rPr lang="en-US" altLang="zh-CN" dirty="0" err="1"/>
              <a:t>QTCreator</a:t>
            </a:r>
            <a:endParaRPr lang="en-US" altLang="zh-CN" dirty="0"/>
          </a:p>
          <a:p>
            <a:r>
              <a:rPr lang="zh-CN" altLang="en-US" dirty="0"/>
              <a:t>用</a:t>
            </a:r>
            <a:r>
              <a:rPr lang="en-US" altLang="zh-CN" dirty="0" err="1"/>
              <a:t>QTCreator</a:t>
            </a:r>
            <a:r>
              <a:rPr lang="zh-CN" altLang="en-US" dirty="0"/>
              <a:t>打开界面文件</a:t>
            </a:r>
            <a:r>
              <a:rPr lang="en-US" altLang="zh-CN" dirty="0" err="1"/>
              <a:t>xxx.ui</a:t>
            </a:r>
            <a:r>
              <a:rPr lang="zh-CN" altLang="en-US" dirty="0"/>
              <a:t>，编辑界面</a:t>
            </a:r>
            <a:endParaRPr lang="en-US" altLang="zh-CN" dirty="0"/>
          </a:p>
          <a:p>
            <a:r>
              <a:rPr lang="zh-CN" altLang="en-US" dirty="0"/>
              <a:t>查看界面元件的参数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08762" y="-75762"/>
            <a:ext cx="13009524" cy="700952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159262" y="3151164"/>
            <a:ext cx="2166423" cy="123699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编辑界面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修改后的界面大致如图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l="20119" t="8306" r="43116" b="55971"/>
          <a:stretch>
            <a:fillRect/>
          </a:stretch>
        </p:blipFill>
        <p:spPr>
          <a:xfrm>
            <a:off x="1703363" y="2449023"/>
            <a:ext cx="7120780" cy="37279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创建和编写函数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如果要添加函数，首先要在</a:t>
            </a:r>
            <a:r>
              <a:rPr lang="en-US" altLang="zh-CN" dirty="0"/>
              <a:t>qt1.h</a:t>
            </a:r>
            <a:r>
              <a:rPr lang="zh-CN" altLang="en-US" dirty="0"/>
              <a:t>中声明这个函数，然后在</a:t>
            </a:r>
            <a:r>
              <a:rPr lang="en-US" altLang="zh-CN" dirty="0"/>
              <a:t>qt1.c</a:t>
            </a:r>
            <a:r>
              <a:rPr lang="zh-CN" altLang="en-US" dirty="0"/>
              <a:t>中添加它的实现。</a:t>
            </a:r>
            <a:endParaRPr lang="en-US" altLang="zh-CN" dirty="0"/>
          </a:p>
          <a:p>
            <a:r>
              <a:rPr lang="zh-CN" altLang="en-US" dirty="0"/>
              <a:t>由于基本是不靠提示暴力撸代码，函数的声明和定义格式要注意依葫芦画瓢。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创建和编写函数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如果要添加函数，首先要在</a:t>
            </a:r>
            <a:r>
              <a:rPr lang="en-US" altLang="zh-CN" dirty="0"/>
              <a:t>qt1.h</a:t>
            </a:r>
            <a:r>
              <a:rPr lang="zh-CN" altLang="en-US" dirty="0"/>
              <a:t>中声明这个函数，然后在</a:t>
            </a:r>
            <a:r>
              <a:rPr lang="en-US" altLang="zh-CN" dirty="0"/>
              <a:t>qt1.c</a:t>
            </a:r>
            <a:r>
              <a:rPr lang="zh-CN" altLang="en-US" dirty="0"/>
              <a:t>中添加它的实现。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8717"/>
            <a:ext cx="12065520" cy="65008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创建和编写函数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如果要添加函数，首先要在</a:t>
            </a:r>
            <a:r>
              <a:rPr lang="en-US" altLang="zh-CN" dirty="0"/>
              <a:t>qt1.h</a:t>
            </a:r>
            <a:r>
              <a:rPr lang="zh-CN" altLang="en-US" dirty="0"/>
              <a:t>中声明这个函数，然后在</a:t>
            </a:r>
            <a:r>
              <a:rPr lang="en-US" altLang="zh-CN" dirty="0"/>
              <a:t>qt1.c</a:t>
            </a:r>
            <a:r>
              <a:rPr lang="zh-CN" altLang="en-US" dirty="0"/>
              <a:t>中添加它的实现。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4478"/>
            <a:ext cx="12055457" cy="64954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绑定按钮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创建的按钮，需要绑定到函数上才有效</a:t>
            </a:r>
            <a:endParaRPr lang="en-US" altLang="zh-CN" dirty="0"/>
          </a:p>
          <a:p>
            <a:r>
              <a:rPr lang="zh-CN" altLang="en-US" dirty="0"/>
              <a:t>打开</a:t>
            </a:r>
            <a:r>
              <a:rPr lang="en-US" altLang="zh-CN" dirty="0"/>
              <a:t>qt1.cpp</a:t>
            </a:r>
            <a:r>
              <a:rPr lang="zh-CN" altLang="en-US" dirty="0"/>
              <a:t>文件，找到</a:t>
            </a:r>
            <a:r>
              <a:rPr lang="en-US" altLang="zh-CN" dirty="0"/>
              <a:t>QT1</a:t>
            </a:r>
            <a:r>
              <a:rPr lang="zh-CN" altLang="en-US" dirty="0"/>
              <a:t>的构造函数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绑定按钮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创建的按钮，需要绑定到函数上才有效</a:t>
            </a:r>
            <a:endParaRPr lang="en-US" altLang="zh-CN" dirty="0"/>
          </a:p>
          <a:p>
            <a:r>
              <a:rPr lang="zh-CN" altLang="en-US" dirty="0"/>
              <a:t>打开</a:t>
            </a:r>
            <a:r>
              <a:rPr lang="en-US" altLang="zh-CN" dirty="0"/>
              <a:t>qt1.cpp</a:t>
            </a:r>
            <a:r>
              <a:rPr lang="zh-CN" altLang="en-US" dirty="0"/>
              <a:t>文件，找到</a:t>
            </a:r>
            <a:r>
              <a:rPr lang="en-US" altLang="zh-CN" dirty="0"/>
              <a:t>QT1</a:t>
            </a:r>
            <a:r>
              <a:rPr lang="zh-CN" altLang="en-US" dirty="0"/>
              <a:t>的构造函数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6476" y="1690688"/>
            <a:ext cx="6619048" cy="41809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绑定按钮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创建的按钮，需要绑定到函数上才有效</a:t>
            </a:r>
            <a:endParaRPr lang="en-US" altLang="zh-CN" dirty="0"/>
          </a:p>
          <a:p>
            <a:r>
              <a:rPr lang="zh-CN" altLang="en-US" dirty="0"/>
              <a:t>打开</a:t>
            </a:r>
            <a:r>
              <a:rPr lang="en-US" altLang="zh-CN" dirty="0"/>
              <a:t>qt1.cpp</a:t>
            </a:r>
            <a:r>
              <a:rPr lang="zh-CN" altLang="en-US" dirty="0"/>
              <a:t>文件，找到</a:t>
            </a:r>
            <a:r>
              <a:rPr lang="en-US" altLang="zh-CN" dirty="0"/>
              <a:t>QT1</a:t>
            </a:r>
            <a:r>
              <a:rPr lang="zh-CN" altLang="en-US" dirty="0"/>
              <a:t>的构造函数</a:t>
            </a:r>
            <a:endParaRPr lang="en-US" altLang="zh-CN" dirty="0"/>
          </a:p>
          <a:p>
            <a:r>
              <a:rPr lang="zh-CN" altLang="en-US" dirty="0"/>
              <a:t>中间的</a:t>
            </a:r>
            <a:r>
              <a:rPr lang="en-US" altLang="zh-CN" dirty="0"/>
              <a:t>connect</a:t>
            </a:r>
            <a:r>
              <a:rPr lang="zh-CN" altLang="en-US" dirty="0"/>
              <a:t>函数就是绑定函数。要注意，函数参数依葫芦画瓢，第一个是按钮元件名称，第二个是信号，第三个是触发函数。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实验要完成的部分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本次真正要补全的代码，为</a:t>
            </a:r>
            <a:r>
              <a:rPr lang="en-US" altLang="zh-CN" dirty="0"/>
              <a:t>exp5</a:t>
            </a:r>
            <a:r>
              <a:rPr lang="zh-CN" altLang="en-US" dirty="0"/>
              <a:t>文件夹下的代码，主要为</a:t>
            </a:r>
            <a:r>
              <a:rPr lang="en-US" altLang="zh-CN" dirty="0"/>
              <a:t>qt1.h</a:t>
            </a:r>
            <a:r>
              <a:rPr lang="zh-CN" altLang="en-US" dirty="0"/>
              <a:t>，</a:t>
            </a:r>
            <a:r>
              <a:rPr lang="en-US" altLang="zh-CN" dirty="0"/>
              <a:t>qt1.cpp</a:t>
            </a:r>
            <a:r>
              <a:rPr lang="zh-CN" altLang="en-US" dirty="0"/>
              <a:t>，</a:t>
            </a:r>
            <a:r>
              <a:rPr lang="en-US" altLang="zh-CN" dirty="0" err="1"/>
              <a:t>camera.c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这份代码已经把函数都声明好了，但是界面需要自己修改（注意大</a:t>
            </a:r>
            <a:r>
              <a:rPr lang="zh-CN" altLang="en-US" dirty="0"/>
              <a:t>小），按钮也需要自己绑定，其它只需要填空即可。</a:t>
            </a:r>
            <a:endParaRPr lang="en-US" altLang="zh-CN" dirty="0"/>
          </a:p>
          <a:p>
            <a:r>
              <a:rPr lang="zh-CN" altLang="en-US" dirty="0"/>
              <a:t>界面上添加两个按钮，打开相机和照相，打开相机要能在屏幕上看到动态图像，照相按钮要能把当前显示的图像保存下来（注意图片的保存位置以及</a:t>
            </a:r>
            <a:r>
              <a:rPr lang="zh-CN" altLang="en-US" dirty="0"/>
              <a:t>内存清理）。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实验要完成的部分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需要填写的函数：色彩空间转换机制（</a:t>
            </a:r>
            <a:r>
              <a:rPr lang="en-US" altLang="zh-CN" dirty="0" err="1"/>
              <a:t>process_image</a:t>
            </a:r>
            <a:r>
              <a:rPr lang="zh-CN" altLang="en-US" dirty="0"/>
              <a:t>），按下开启相机的触发函数（</a:t>
            </a:r>
            <a:r>
              <a:rPr lang="en-US" altLang="zh-CN" dirty="0" err="1"/>
              <a:t>fun_cap_open</a:t>
            </a:r>
            <a:r>
              <a:rPr lang="zh-CN" altLang="en-US" dirty="0"/>
              <a:t>），按下“拍照”的触发函数（</a:t>
            </a:r>
            <a:r>
              <a:rPr lang="en-US" altLang="zh-CN" dirty="0" err="1"/>
              <a:t>fun_take_photo</a:t>
            </a:r>
            <a:r>
              <a:rPr lang="zh-CN" altLang="en-US" dirty="0"/>
              <a:t>），定时刷新图像的机制（函数</a:t>
            </a:r>
            <a:r>
              <a:rPr lang="en-US" altLang="zh-CN" dirty="0" err="1"/>
              <a:t>fun_refresh_pic</a:t>
            </a:r>
            <a:r>
              <a:rPr lang="en-US" altLang="zh-CN" dirty="0"/>
              <a:t>()</a:t>
            </a:r>
            <a:r>
              <a:rPr lang="zh-CN" altLang="en-US" dirty="0"/>
              <a:t>已经完成，想办法使用它进行实时图像的获取和刷新）。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实验知识点说明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QT</a:t>
            </a:r>
            <a:r>
              <a:rPr lang="zh-CN" altLang="en-US" dirty="0"/>
              <a:t>加载未压缩的原始图像，可以使用函数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QImage</a:t>
            </a:r>
            <a:r>
              <a:rPr lang="en-US" altLang="zh-CN" dirty="0"/>
              <a:t>(</a:t>
            </a:r>
            <a:r>
              <a:rPr lang="en-US" altLang="zh-CN" dirty="0" err="1"/>
              <a:t>frameBufRGB</a:t>
            </a:r>
            <a:r>
              <a:rPr lang="en-US" altLang="zh-CN" dirty="0"/>
              <a:t>, width, height, </a:t>
            </a:r>
            <a:r>
              <a:rPr lang="en-US" altLang="zh-CN" dirty="0" err="1"/>
              <a:t>QImage</a:t>
            </a:r>
            <a:r>
              <a:rPr lang="en-US" altLang="zh-CN" dirty="0"/>
              <a:t>::Format_RGB888)</a:t>
            </a:r>
            <a:endParaRPr lang="en-US" altLang="zh-CN" dirty="0"/>
          </a:p>
          <a:p>
            <a:r>
              <a:rPr lang="zh-CN" altLang="en-US" dirty="0"/>
              <a:t>将图像显示到</a:t>
            </a:r>
            <a:r>
              <a:rPr lang="en-US" altLang="zh-CN" dirty="0" err="1"/>
              <a:t>Qlabel</a:t>
            </a:r>
            <a:r>
              <a:rPr lang="zh-CN" altLang="en-US" dirty="0"/>
              <a:t>中，可以使用函数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[</a:t>
            </a:r>
            <a:r>
              <a:rPr lang="en-US" altLang="zh-CN" dirty="0" err="1"/>
              <a:t>QLabel</a:t>
            </a:r>
            <a:r>
              <a:rPr lang="en-US" altLang="zh-CN" dirty="0"/>
              <a:t> Object]-&gt;</a:t>
            </a:r>
            <a:r>
              <a:rPr lang="en-US" altLang="zh-CN" dirty="0" err="1"/>
              <a:t>setPixmap</a:t>
            </a:r>
            <a:r>
              <a:rPr lang="en-US" altLang="zh-CN" dirty="0"/>
              <a:t>([</a:t>
            </a:r>
            <a:r>
              <a:rPr lang="en-US" altLang="zh-CN" dirty="0" err="1"/>
              <a:t>QPixmap</a:t>
            </a:r>
            <a:r>
              <a:rPr lang="en-US" altLang="zh-CN" dirty="0"/>
              <a:t> Object]);</a:t>
            </a:r>
            <a:endParaRPr lang="en-US" altLang="zh-CN" dirty="0"/>
          </a:p>
          <a:p>
            <a:r>
              <a:rPr lang="en-US" altLang="zh-CN" dirty="0" err="1"/>
              <a:t>Qimage</a:t>
            </a:r>
            <a:r>
              <a:rPr lang="zh-CN" altLang="en-US" dirty="0"/>
              <a:t>转换到</a:t>
            </a:r>
            <a:r>
              <a:rPr lang="en-US" altLang="zh-CN" dirty="0" err="1"/>
              <a:t>Qpixmap</a:t>
            </a:r>
            <a:r>
              <a:rPr lang="zh-CN" altLang="en-US" dirty="0"/>
              <a:t>可以使用函数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QPixmap</a:t>
            </a:r>
            <a:r>
              <a:rPr lang="en-US" altLang="zh-CN" dirty="0"/>
              <a:t>::</a:t>
            </a:r>
            <a:r>
              <a:rPr lang="en-US" altLang="zh-CN" dirty="0" err="1"/>
              <a:t>fromImage</a:t>
            </a:r>
            <a:r>
              <a:rPr lang="en-US" altLang="zh-CN" dirty="0"/>
              <a:t> ([</a:t>
            </a:r>
            <a:r>
              <a:rPr lang="en-US" altLang="zh-CN" dirty="0" err="1"/>
              <a:t>Qimage</a:t>
            </a:r>
            <a:r>
              <a:rPr lang="en-US" altLang="zh-CN" dirty="0"/>
              <a:t> Object]);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 err="1"/>
              <a:t>Qimage</a:t>
            </a:r>
            <a:r>
              <a:rPr lang="zh-CN" altLang="en-US" dirty="0"/>
              <a:t>编码并保存图像，可以使用函数（以</a:t>
            </a:r>
            <a:r>
              <a:rPr lang="en-US" altLang="zh-CN" dirty="0"/>
              <a:t>JPG</a:t>
            </a:r>
            <a:r>
              <a:rPr lang="zh-CN" altLang="en-US" dirty="0"/>
              <a:t>为例）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[</a:t>
            </a:r>
            <a:r>
              <a:rPr lang="en-US" altLang="zh-CN" dirty="0" err="1"/>
              <a:t>Qimage</a:t>
            </a:r>
            <a:r>
              <a:rPr lang="en-US" altLang="zh-CN" dirty="0"/>
              <a:t> Object]-&gt;save(filename, "JPG", -1);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实验知识点说明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开启计时器计数使用其成员函数</a:t>
            </a:r>
            <a:r>
              <a:rPr lang="en-US" altLang="zh-CN" dirty="0"/>
              <a:t>start(</a:t>
            </a:r>
            <a:r>
              <a:rPr lang="en-US" altLang="zh-CN" dirty="0" err="1"/>
              <a:t>time_ms</a:t>
            </a:r>
            <a:r>
              <a:rPr lang="en-US" altLang="zh-CN" dirty="0"/>
              <a:t>)</a:t>
            </a:r>
            <a:r>
              <a:rPr lang="zh-CN" altLang="en-US" dirty="0"/>
              <a:t>，结束使用</a:t>
            </a:r>
            <a:r>
              <a:rPr lang="en-US" altLang="zh-CN" dirty="0"/>
              <a:t>stop()</a:t>
            </a:r>
            <a:endParaRPr lang="en-US" altLang="zh-CN" dirty="0"/>
          </a:p>
          <a:p>
            <a:r>
              <a:rPr lang="zh-CN" altLang="en-US" dirty="0"/>
              <a:t>使按钮灰色可使用其成员函数</a:t>
            </a:r>
            <a:r>
              <a:rPr lang="en-US" altLang="zh-CN" dirty="0" err="1"/>
              <a:t>setDisabled</a:t>
            </a:r>
            <a:r>
              <a:rPr lang="en-US" altLang="zh-CN" dirty="0"/>
              <a:t>(true);</a:t>
            </a:r>
            <a:endParaRPr lang="en-US" altLang="zh-CN" dirty="0"/>
          </a:p>
          <a:p>
            <a:r>
              <a:rPr lang="zh-CN" altLang="en-US" dirty="0"/>
              <a:t>改变按钮文字可使用其成员函数</a:t>
            </a:r>
            <a:r>
              <a:rPr lang="en-US" altLang="zh-CN" dirty="0" err="1"/>
              <a:t>setText</a:t>
            </a:r>
            <a:r>
              <a:rPr lang="en-US" altLang="zh-CN" dirty="0"/>
              <a:t>(“……”);</a:t>
            </a:r>
            <a:endParaRPr lang="en-US" altLang="zh-CN" dirty="0"/>
          </a:p>
          <a:p>
            <a:r>
              <a:rPr lang="zh-CN" altLang="en-US" dirty="0"/>
              <a:t>往下拉菜单中添加项目需要使用</a:t>
            </a:r>
            <a:r>
              <a:rPr lang="en-US" altLang="zh-CN" dirty="0" err="1"/>
              <a:t>QComboBox</a:t>
            </a:r>
            <a:r>
              <a:rPr lang="zh-CN" altLang="en-US" dirty="0"/>
              <a:t>，具体用法见代码中的示例。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8" y="218941"/>
            <a:ext cx="6396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实验五</a:t>
            </a:r>
            <a:r>
              <a:rPr lang="en-US" altLang="zh-CN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</a:t>
            </a:r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电子相册</a:t>
            </a:r>
            <a:endParaRPr lang="en-US" altLang="zh-CN" sz="4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86844" y="1358007"/>
            <a:ext cx="7170312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v</a:t>
            </a:r>
            <a:r>
              <a:rPr lang="en-US" altLang="zh-CN" sz="2400" dirty="0"/>
              <a:t>oid Qt1::</a:t>
            </a:r>
            <a:r>
              <a:rPr lang="en-US" altLang="zh-CN" sz="2400" dirty="0" err="1"/>
              <a:t>fun_cap_open</a:t>
            </a:r>
            <a:r>
              <a:rPr lang="en-US" altLang="zh-CN" sz="2400" dirty="0"/>
              <a:t>()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1.</a:t>
            </a:r>
            <a:r>
              <a:rPr lang="zh-CN" altLang="en-US" sz="2400" dirty="0"/>
              <a:t>使用</a:t>
            </a:r>
            <a:r>
              <a:rPr lang="en-US" altLang="zh-CN" sz="2400" dirty="0"/>
              <a:t>if else </a:t>
            </a:r>
            <a:r>
              <a:rPr lang="zh-CN" altLang="en-US" sz="2400" dirty="0"/>
              <a:t>进行对于打开关闭的设置，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331" y="3049083"/>
            <a:ext cx="7194659" cy="76381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331" y="4482290"/>
            <a:ext cx="7536290" cy="76381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1742" y="3878072"/>
            <a:ext cx="8616644" cy="502427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1742" y="5287433"/>
            <a:ext cx="5797845" cy="618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73268" y="234674"/>
            <a:ext cx="6396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实验五</a:t>
            </a:r>
            <a:r>
              <a:rPr lang="en-US" altLang="zh-CN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</a:t>
            </a:r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电子相册</a:t>
            </a:r>
            <a:endParaRPr lang="en-US" altLang="zh-CN" sz="4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01331" y="1337342"/>
            <a:ext cx="71703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v</a:t>
            </a:r>
            <a:r>
              <a:rPr lang="en-US" altLang="zh-CN" sz="2400" dirty="0"/>
              <a:t>oid Qt1::</a:t>
            </a:r>
            <a:r>
              <a:rPr lang="en-US" altLang="zh-CN" sz="2400" dirty="0" err="1"/>
              <a:t>fun_cap_open</a:t>
            </a:r>
            <a:r>
              <a:rPr lang="en-US" altLang="zh-CN" sz="2400" dirty="0"/>
              <a:t>()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2.</a:t>
            </a:r>
            <a:r>
              <a:rPr lang="zh-CN" altLang="en-US" sz="2400" dirty="0"/>
              <a:t>打开关闭摄像头可以对于</a:t>
            </a:r>
            <a:r>
              <a:rPr lang="en-US" altLang="zh-CN" sz="2400" dirty="0" err="1"/>
              <a:t>ui</a:t>
            </a:r>
            <a:r>
              <a:rPr lang="zh-CN" altLang="en-US" sz="2400" dirty="0"/>
              <a:t>界面的按钮进行更新和关闭操作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798" y="3196786"/>
            <a:ext cx="6579378" cy="464427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798" y="3852334"/>
            <a:ext cx="7479695" cy="4644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8" y="218941"/>
            <a:ext cx="6396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实验五</a:t>
            </a:r>
            <a:r>
              <a:rPr lang="en-US" altLang="zh-CN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</a:t>
            </a:r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电子相册</a:t>
            </a:r>
            <a:endParaRPr lang="en-US" altLang="zh-CN" sz="4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01331" y="1337342"/>
            <a:ext cx="71703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v</a:t>
            </a:r>
            <a:r>
              <a:rPr lang="en-US" altLang="zh-CN" sz="2400" dirty="0"/>
              <a:t>oid Qt1::</a:t>
            </a:r>
            <a:r>
              <a:rPr lang="en-US" altLang="zh-CN" sz="2400" dirty="0" err="1"/>
              <a:t>fun_cap_open</a:t>
            </a:r>
            <a:r>
              <a:rPr lang="en-US" altLang="zh-CN" sz="2400" dirty="0"/>
              <a:t>()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3.</a:t>
            </a:r>
            <a:r>
              <a:rPr lang="zh-CN" altLang="en-US" sz="2400" dirty="0"/>
              <a:t>打开关闭摄像头可以对于</a:t>
            </a:r>
            <a:r>
              <a:rPr lang="en-US" altLang="zh-CN" sz="2400" dirty="0" err="1"/>
              <a:t>ui</a:t>
            </a:r>
            <a:r>
              <a:rPr lang="zh-CN" altLang="en-US" sz="2400" dirty="0"/>
              <a:t>界面的按钮进行更新和关闭操作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798" y="3196786"/>
            <a:ext cx="6579378" cy="464427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798" y="3852334"/>
            <a:ext cx="7479695" cy="4644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8" y="218941"/>
            <a:ext cx="6396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实验五</a:t>
            </a:r>
            <a:r>
              <a:rPr lang="en-US" altLang="zh-CN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</a:t>
            </a:r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电子相册</a:t>
            </a:r>
            <a:endParaRPr lang="en-US" altLang="zh-CN" sz="4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01331" y="1337342"/>
            <a:ext cx="7170312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v</a:t>
            </a:r>
            <a:r>
              <a:rPr lang="en-US" altLang="zh-CN" sz="2400" dirty="0"/>
              <a:t>oid Qt1::</a:t>
            </a:r>
            <a:r>
              <a:rPr lang="en-US" altLang="zh-CN" sz="2400" dirty="0" err="1"/>
              <a:t>fun_cap_open</a:t>
            </a:r>
            <a:r>
              <a:rPr lang="en-US" altLang="zh-CN" sz="2400" dirty="0"/>
              <a:t>()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4.</a:t>
            </a:r>
            <a:r>
              <a:rPr lang="zh-CN" altLang="en-US" sz="2400" dirty="0"/>
              <a:t>使用</a:t>
            </a:r>
            <a:r>
              <a:rPr lang="en-US" altLang="zh-CN" sz="2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fun_clean_pixmap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zh-CN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/>
              <a:t>对于屏幕进行刷新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5.</a:t>
            </a:r>
            <a:r>
              <a:rPr lang="zh-CN" altLang="en-US" sz="2400" dirty="0"/>
              <a:t>使用</a:t>
            </a:r>
            <a:r>
              <a:rPr lang="en-US" altLang="zh-CN" sz="2400" dirty="0"/>
              <a:t>t3.start(100);</a:t>
            </a:r>
            <a:r>
              <a:rPr lang="zh-CN" altLang="en-US" sz="2400" dirty="0"/>
              <a:t>定时器刷新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8" y="218941"/>
            <a:ext cx="6396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实验五</a:t>
            </a:r>
            <a:r>
              <a:rPr lang="en-US" altLang="zh-CN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</a:t>
            </a:r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电子相册</a:t>
            </a:r>
            <a:endParaRPr lang="en-US" altLang="zh-CN" sz="4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01331" y="1337342"/>
            <a:ext cx="7170312" cy="667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+mn-ea"/>
              </a:rPr>
              <a:t>v</a:t>
            </a:r>
            <a:r>
              <a:rPr lang="en-US" altLang="zh-CN" sz="2400" dirty="0"/>
              <a:t>oid Qt1::</a:t>
            </a:r>
            <a:r>
              <a:rPr lang="en-US" altLang="zh-CN" sz="2400" dirty="0" err="1"/>
              <a:t>fun_take_photo</a:t>
            </a:r>
            <a:r>
              <a:rPr lang="en-US" altLang="zh-CN" sz="2400" dirty="0"/>
              <a:t>()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1.</a:t>
            </a:r>
            <a:r>
              <a:rPr lang="zh-CN" altLang="en-US" sz="2400" dirty="0"/>
              <a:t>设置文件命名和路径（注意英文路径）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altLang="zh-CN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2.</a:t>
            </a:r>
            <a:r>
              <a:rPr lang="zh-CN" altLang="en-US" sz="2400" dirty="0"/>
              <a:t>注意设置存储照片张数和更新界面上存储数字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28" y="2658919"/>
            <a:ext cx="8082972" cy="59598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331" y="3354171"/>
            <a:ext cx="7739769" cy="10728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8" y="218941"/>
            <a:ext cx="6396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实验五</a:t>
            </a:r>
            <a:r>
              <a:rPr lang="en-US" altLang="zh-CN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</a:t>
            </a:r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电子相册</a:t>
            </a:r>
            <a:endParaRPr lang="en-US" altLang="zh-CN" sz="4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966845"/>
            <a:ext cx="6245642" cy="38550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8" y="218941"/>
            <a:ext cx="6396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实验五</a:t>
            </a:r>
            <a:r>
              <a:rPr lang="en-US" altLang="zh-CN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</a:t>
            </a:r>
            <a:r>
              <a:rPr lang="zh-CN" altLang="en-US" sz="4000" dirty="0">
                <a:latin typeface="华文仿宋" panose="02010600040101010101" pitchFamily="2" charset="-122"/>
                <a:ea typeface="华文仿宋" panose="02010600040101010101" pitchFamily="2" charset="-122"/>
              </a:rPr>
              <a:t>电子相册</a:t>
            </a:r>
            <a:endParaRPr lang="en-US" altLang="zh-CN" sz="4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86844" y="1344832"/>
            <a:ext cx="717031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905499"/>
            <a:ext cx="6515726" cy="40579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嵌入式系统及课程设计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97935" y="2794716"/>
            <a:ext cx="6106732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Thanks</a:t>
            </a:r>
            <a:endParaRPr lang="en-US" altLang="zh-CN" sz="48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algn="ctr"/>
            <a:endParaRPr lang="en-US" altLang="zh-CN" sz="4800" dirty="0">
              <a:latin typeface="+mn-ea"/>
            </a:endParaRPr>
          </a:p>
          <a:p>
            <a:pPr algn="ctr"/>
            <a:r>
              <a:rPr lang="en-US" altLang="zh-CN" sz="2400">
                <a:latin typeface="+mn-ea"/>
              </a:rPr>
              <a:t>2025.03.14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2083</Words>
  <Application>WPS 演示</Application>
  <PresentationFormat>宽屏</PresentationFormat>
  <Paragraphs>213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宋体</vt:lpstr>
      <vt:lpstr>Wingdings</vt:lpstr>
      <vt:lpstr>华光楷体_CNKI</vt:lpstr>
      <vt:lpstr>华文仿宋</vt:lpstr>
      <vt:lpstr>等线</vt:lpstr>
      <vt:lpstr>微软雅黑</vt:lpstr>
      <vt:lpstr>Arial Unicode MS</vt:lpstr>
      <vt:lpstr>等线 Light</vt:lpstr>
      <vt:lpstr>Calibri</vt:lpstr>
      <vt:lpstr>Consolas</vt:lpstr>
      <vt:lpstr>Office 主题​​</vt:lpstr>
      <vt:lpstr>PowerPoint 演示文稿</vt:lpstr>
      <vt:lpstr>PowerPoint 演示文稿</vt:lpstr>
      <vt:lpstr>实验原料详细介绍之摄像头测试程序</vt:lpstr>
      <vt:lpstr>实验原料详细介绍之摄像头模块 </vt:lpstr>
      <vt:lpstr>编辑界面</vt:lpstr>
      <vt:lpstr>编辑界面</vt:lpstr>
      <vt:lpstr>编辑界面</vt:lpstr>
      <vt:lpstr>编辑界面</vt:lpstr>
      <vt:lpstr>编辑界面</vt:lpstr>
      <vt:lpstr>创建和编写函数</vt:lpstr>
      <vt:lpstr>创建和编写函数</vt:lpstr>
      <vt:lpstr>创建和编写函数</vt:lpstr>
      <vt:lpstr>绑定按钮</vt:lpstr>
      <vt:lpstr>绑定按钮</vt:lpstr>
      <vt:lpstr>绑定按钮</vt:lpstr>
      <vt:lpstr>实验要完成的部分</vt:lpstr>
      <vt:lpstr>实验要完成的部分</vt:lpstr>
      <vt:lpstr>实验知识点说明</vt:lpstr>
      <vt:lpstr>实验知识点说明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HN Z</dc:creator>
  <cp:lastModifiedBy>HLR</cp:lastModifiedBy>
  <cp:revision>28</cp:revision>
  <dcterms:created xsi:type="dcterms:W3CDTF">2021-03-16T13:53:00Z</dcterms:created>
  <dcterms:modified xsi:type="dcterms:W3CDTF">2025-02-24T04:40:26Z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537344040AA74D07AFFBE52E23DD06FE_13</vt:lpwstr>
  </property>
  <property fmtid="{D5CDD505-2E9C-101B-9397-08002B2CF9AE}" pid="3" name="KSOProductBuildVer">
    <vt:lpwstr>2052-12.1.0.20305</vt:lpwstr>
  </property>
</Properties>
</file>